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-60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E317B-DE44-48E3-9793-0078B58D611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AF2DE-CFA4-41A2-B515-F7091B93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0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91440" cy="14630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City Surveillance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video analytics with Computer Vision, Deep Learning and OpenCV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3558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</a:t>
            </a:r>
            <a:r>
              <a:rPr lang="en-US" sz="1300" dirty="0" smtClean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ITA0502</a:t>
            </a:r>
            <a:endParaRPr lang="en-US" sz="1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171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884202"/>
              </p:ext>
            </p:extLst>
          </p:nvPr>
        </p:nvGraphicFramePr>
        <p:xfrm>
          <a:off x="7049728" y="3586564"/>
          <a:ext cx="2094271" cy="1422231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94271"/>
              </a:tblGrid>
              <a:tr h="3050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Presented</a:t>
                      </a:r>
                      <a:r>
                        <a:rPr lang="en-US" sz="1200" b="1" baseline="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by:</a:t>
                      </a:r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: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3442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V.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Venkata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Susheel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Chowdary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3442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M. Jashwanth</a:t>
                      </a:r>
                    </a:p>
                  </a:txBody>
                  <a:tcPr marL="28575" marR="28575" marT="19050" marB="190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3442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T. Gnana Ashwanth</a:t>
                      </a:r>
                    </a:p>
                  </a:txBody>
                  <a:tcPr marL="28575" marR="28575" marT="19050" marB="190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3442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Y. Abhay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3442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N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Venkata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</a:rPr>
                        <a:t>saisohith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generate thousands of CCTV hours daily; manual monitoring is slow, tiring and error-prone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intelligent system that watches continuously and flags events needing human attention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stages: (a) acquisition and preprocessing, (b) detection, (c) motion analysis, (d) activity analysis, (e) real-time alerts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low-latency processing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people, vehicles, objects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moving foreground from background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abnormal behaviour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rapid-response alerts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13A8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IP cameras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2880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Denoise, enhance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13A8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4612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/ SSD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+ Optical Flow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33872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13A8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150876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pipeline: each stage can be upgraded independently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flow camera to alert in near real time; edge devices handle early stages, GPU server handles deep models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metadata are logged for later search and audit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Image &amp; Video Acquisition and Preprocessing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streams via RTSP/IP cameras, USB or video files using cv2.VideoCapture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frame-skip to keep a stable FPS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removal: Gaussian / bilateral / median filtering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enhancement: histogram equalisation, CLAHE for night and low light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Dehazing, stabilisation and colour-space conversion (BGR to gray/HSV)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frames raise detection accuracy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rain, fog, glare, darkness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compute via smaller inputs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 from sensor noise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Deep-Learning Object Detection &amp; Recognition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98061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detectors such as YOLO, SSD and Faster R-CNN locate objects in one pass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pedestrians, cars, buses, bikes, bags and other objects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bounding boxes, class labels and confidence scores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(SORT / DeepSORT) keep consistent IDs across frames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recognition: licence plates (OCR), re-identification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resized to model input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extracts features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predicts boxes + classes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filter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GMM Background Subtraction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modelled as a mixture of Gaussians that learns the static background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that do not fit the mixture are labelled foreground (moving objects)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gradual lighting change and repetitive motion (leaves, water)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</a:t>
            </a:r>
            <a:r>
              <a:rPr lang="en-US" sz="1400" dirty="0" smtClean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cv2.createBackgroundSubtractorMOG2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Post-process: morphological open/close, shadow removal, contours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foreground mask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of moving blobs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proposals for the detector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motion trigger saves GPU cycles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Optical Flow for Motion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per-pixel or per-feature motion vectors between consecutive frames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Lucas-Kanade (cv2.calcOpticalFlowPyrLK) tracks key points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Farneback (cv2.calcOpticalFlowFarneback) gives full-frame flow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magnitude gives speed; angle gives direction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GMM: separates real movement from lighting changes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direction and speed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wrong-way detection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running or dispersal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Camera-shake compensation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Pattern Recognition &amp; Activity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features: trajectories, speed, direction, dwell time, object counts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normal patterns per camera and time of day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deviations: loitering, intrusion in restricted zones, fighting, abandoned objects, crowd surge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rule-based zones/tripwires, SVM / clustering, LSTM or 3D-CNN action models, autoencoder anomaly scores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above threshold raises an event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EE6C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events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enters no-go zone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left unattended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stopped on road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crowd panic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OpenCV Real-Time Processing &amp; Automated Alerts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read frame, preprocess, detect, analyse, annotate, display with cv2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/ GPU (CUDA, OpenVINO) sustains 25-30 FPS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trigger email, SMS, push or dashboard notification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alert carries a snapshot, timestamp, camera ID and event type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stored for review; operators confirm and dispatch response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EE6C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detected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scored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control room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verifies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and log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Challenges &amp; Ethics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parking monitoring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and crowd control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security of key sites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evidence and 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10972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614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06140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and crowded scenes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weather, camera angles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compute limits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/ bias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and legal compliance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blurring, access control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retention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Computer Vision can transform conventional CCTV systems into </a:t>
            </a:r>
            <a:r>
              <a:rPr lang="en-US" sz="1400" b="1" dirty="0"/>
              <a:t>intelligent, automated surveillance systems</a:t>
            </a:r>
            <a:r>
              <a:rPr lang="en-US" sz="1400" dirty="0"/>
              <a:t> for smart cities. </a:t>
            </a:r>
            <a:endParaRPr lang="en-US" sz="1400" dirty="0" smtClean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smtClean="0"/>
              <a:t>Real-time </a:t>
            </a:r>
            <a:r>
              <a:rPr lang="en-US" sz="1400" dirty="0"/>
              <a:t>video preprocessing improves the quality of surveillance footage for reliable analysis. </a:t>
            </a:r>
            <a:endParaRPr lang="en-US" sz="1400" dirty="0" smtClean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smtClean="0"/>
              <a:t>Deep-learning </a:t>
            </a:r>
            <a:r>
              <a:rPr lang="en-US" sz="1400" dirty="0"/>
              <a:t>models detect and recognize </a:t>
            </a:r>
            <a:r>
              <a:rPr lang="en-US" sz="1400" b="1" dirty="0"/>
              <a:t>people, vehicles, and other objects</a:t>
            </a:r>
            <a:r>
              <a:rPr lang="en-US" sz="1400" dirty="0"/>
              <a:t>. </a:t>
            </a:r>
            <a:endParaRPr lang="en-US" sz="1400" dirty="0" smtClean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err="1"/>
              <a:t>OpenCV</a:t>
            </a:r>
            <a:r>
              <a:rPr lang="en-US" sz="1400" dirty="0"/>
              <a:t> integrates these techniques for </a:t>
            </a:r>
            <a:r>
              <a:rPr lang="en-US" sz="1400" b="1" dirty="0"/>
              <a:t>continuous monitoring and rapid alert generation</a:t>
            </a:r>
            <a:r>
              <a:rPr lang="en-US" sz="1400" dirty="0"/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00200"/>
            <a:ext cx="2743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and 5G streaming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tracking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video models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/ federated learning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886200" y="2743200"/>
            <a:ext cx="1371600" cy="54864"/>
          </a:xfrm>
          <a:prstGeom prst="rect">
            <a:avLst/>
          </a:prstGeom>
          <a:solidFill>
            <a:srgbClr val="13A89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859</Words>
  <Application>Microsoft Office PowerPoint</Application>
  <PresentationFormat>On-screen Show (16:9)</PresentationFormat>
  <Paragraphs>157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City Surveillance</dc:title>
  <dc:subject>PptxGenJS Presentation</dc:subject>
  <dc:creator>PptxGenJS</dc:creator>
  <cp:lastModifiedBy>Harsha</cp:lastModifiedBy>
  <cp:revision>5</cp:revision>
  <dcterms:created xsi:type="dcterms:W3CDTF">2026-10-07T02:48:59Z</dcterms:created>
  <dcterms:modified xsi:type="dcterms:W3CDTF">2026-10-07T03:49:41Z</dcterms:modified>
</cp:coreProperties>
</file>